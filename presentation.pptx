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E-Commerce Product</a:t>
            </a:r>
            <a:endParaRPr lang="en-US" sz="4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Catalog API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474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Nexus  |  ALX ProDev Backend Engineering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 / PostgreSQL / Docker / Celery + Redis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it do?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backend API for an e-commerce platform. It handles products, users, orders, and reviews. I built it so a frontend team could plug in and have everything they need - auth, filtering, stock management, the works.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794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CRUD, filtering, search,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sorting, pagination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240280"/>
            <a:ext cx="3794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roles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(buyer vs seller)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566160"/>
            <a:ext cx="3794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cancel, track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stock management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3566160"/>
            <a:ext cx="37947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703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40690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workers for emails,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cleanup jobs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5.1 + DRF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framework &amp; API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 + message broker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Compose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1554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deployment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1488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SimpleJWT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84632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drf-yasg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846320" y="3383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docs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django-filter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4297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filtering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1234440"/>
            <a:ext cx="0" cy="33832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Design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 across 3 Django apps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78638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5669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Table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Details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CustomUser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login, seller flag, extends AbstractUser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Category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Self-referencing FK for subcategories, slug lookup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to category + seller, indexed on price/SKU/created_at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ProductImage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per product, sort_order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Review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unique_together on (product, user) - one review each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UUID order number, status tracking, shipping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OrderItem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snapshot at order time so history stays accurate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ERD in supplementary docs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Endpoints</a:t>
            </a:r>
            <a:endParaRPr lang="en-US" sz="3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78638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474720"/>
                <a:gridCol w="3291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/auth/register/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/auth/login/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JWT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/products/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+ filter +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/products/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(sellers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563E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/products/{slug}/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detail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/products/{slug}/reviews/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 a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/orders/place/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/orders/{id}/cancel/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Cancel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572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endpoints prefixed with /api/v1/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Authentication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12344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seller flag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31720" y="1280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91840" y="12344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8892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78892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access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refresh token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280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40680" y="12344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headers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29400" y="1280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589520" y="123444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589520" y="1234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86600" y="1965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new access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when expired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3246120"/>
            <a:ext cx="7863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37947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update, delete their own products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09160" y="3886200"/>
            <a:ext cx="37947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931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products, place orders, write reviews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Filtering &amp; Search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django-filter + DRF's SearchFilter and OrderingFilter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32004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73152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C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price range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/api/v1/products/?min_price=20&amp;max_price=100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C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C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by category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/api/v1/products/?category=electronics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C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C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full text search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/api/v1/products/?search=bluetooth+speaker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C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C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by price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/api/v1/products/?ordering=price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C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7C8C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combine them all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/api/v1/products/?category=electronics&amp;min_price=10&amp;ordering=price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Tasks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270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someone places an order, a Celery task sends a confirmation. Keeps the API response fast - the notification runs in the background.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78638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7157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stock drops below 5 units after an order, a task fires off an alert. Right now it logs it, but in production you'd hook this into Slack or email.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7863840" cy="100584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9044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Order Cleanup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42062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stuck in 'pending' for over 24 hours get auto-cancelled and the stock gets restored. Built for Celery Beat scheduling.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runs 4 services locally. Deployed to Render for production.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794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Gunicorn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workers, port 8000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508760"/>
            <a:ext cx="3794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645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volume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3794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 Alpine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+ broker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2926080"/>
            <a:ext cx="379476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celery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34290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image as web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runs tests on every push</a:t>
            </a: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Docs: </a:t>
            </a:r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at /api/docs/ for frontend integration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race conditions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people ordering the last item at the same time. I wrapped stock decrements in select_for_update() to lock the row during the transaction. Took a while to figure out why tests were passing but the logic felt wrong.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invalidation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product lists for speed, but then edits wouldn't show up. Had to think about when to clear the cache and what's worth caching vs what should always be fresh.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063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serializers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view was slow because it was loading full product details for every item. Ended up making a lightweight serializer for lists and a detailed one for single product views.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Postgres startup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43434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container kept crashing because it tried to migrate before Postgres was ready. Had to add a healthcheck so Docker waits for the database to actually accept connections.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Thanks!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github.com/Ripcode1/ecommerce-api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ecommerce-api-wp9c.onrender.com/api/docs/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Product Catalog API</dc:title>
  <dc:subject>PptxGenJS Presentation</dc:subject>
  <dc:creator>Jason R</dc:creator>
  <cp:lastModifiedBy>Jason R</cp:lastModifiedBy>
  <cp:revision>1</cp:revision>
  <dcterms:created xsi:type="dcterms:W3CDTF">2026-02-12T15:42:19Z</dcterms:created>
  <dcterms:modified xsi:type="dcterms:W3CDTF">2026-02-12T15:42:19Z</dcterms:modified>
</cp:coreProperties>
</file>